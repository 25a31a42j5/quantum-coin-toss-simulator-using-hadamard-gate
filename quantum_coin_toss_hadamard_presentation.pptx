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53D1E-1488-4A17-BC4A-D1AC90F891D4}" v="11" dt="2026-03-06T09:40:10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adeeprelli6@outlook.com" userId="8119dc5de987c57c" providerId="LiveId" clId="{3502A90A-9CFD-4BB9-9A10-CF7B9FB55062}"/>
    <pc:docChg chg="addSld delSld modSld">
      <pc:chgData name="Navadeeprelli6@outlook.com" userId="8119dc5de987c57c" providerId="LiveId" clId="{3502A90A-9CFD-4BB9-9A10-CF7B9FB55062}" dt="2026-03-06T09:40:10.804" v="13"/>
      <pc:docMkLst>
        <pc:docMk/>
      </pc:docMkLst>
      <pc:sldChg chg="modSp">
        <pc:chgData name="Navadeeprelli6@outlook.com" userId="8119dc5de987c57c" providerId="LiveId" clId="{3502A90A-9CFD-4BB9-9A10-CF7B9FB55062}" dt="2026-03-06T09:31:24.489" v="3"/>
        <pc:sldMkLst>
          <pc:docMk/>
          <pc:sldMk cId="0" sldId="256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6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33:45.484" v="6"/>
        <pc:sldMkLst>
          <pc:docMk/>
          <pc:sldMk cId="0" sldId="257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7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7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33:48.878" v="7"/>
        <pc:sldMkLst>
          <pc:docMk/>
          <pc:sldMk cId="0" sldId="258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8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8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33:53.582" v="8"/>
        <pc:sldMkLst>
          <pc:docMk/>
          <pc:sldMk cId="0" sldId="259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9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59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39:53.410" v="10"/>
        <pc:sldMkLst>
          <pc:docMk/>
          <pc:sldMk cId="0" sldId="260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0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0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39:58.632" v="11"/>
        <pc:sldMkLst>
          <pc:docMk/>
          <pc:sldMk cId="0" sldId="261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1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1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40:05.520" v="12"/>
        <pc:sldMkLst>
          <pc:docMk/>
          <pc:sldMk cId="0" sldId="262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2"/>
            <ac:spMk id="3" creationId="{00000000-0000-0000-0000-000000000000}"/>
          </ac:spMkLst>
        </pc:spChg>
      </pc:sldChg>
      <pc:sldChg chg="modSp modTransition">
        <pc:chgData name="Navadeeprelli6@outlook.com" userId="8119dc5de987c57c" providerId="LiveId" clId="{3502A90A-9CFD-4BB9-9A10-CF7B9FB55062}" dt="2026-03-06T09:40:10.804" v="13"/>
        <pc:sldMkLst>
          <pc:docMk/>
          <pc:sldMk cId="0" sldId="263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3"/>
            <ac:spMk id="2" creationId="{00000000-0000-0000-0000-000000000000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0" sldId="263"/>
            <ac:spMk id="3" creationId="{00000000-0000-0000-0000-000000000000}"/>
          </ac:spMkLst>
        </pc:spChg>
      </pc:sldChg>
      <pc:sldChg chg="modSp mod modTransition">
        <pc:chgData name="Navadeeprelli6@outlook.com" userId="8119dc5de987c57c" providerId="LiveId" clId="{3502A90A-9CFD-4BB9-9A10-CF7B9FB55062}" dt="2026-03-06T09:33:40.366" v="5"/>
        <pc:sldMkLst>
          <pc:docMk/>
          <pc:sldMk cId="100233062" sldId="264"/>
        </pc:sldMkLst>
        <pc:spChg chg="mod">
          <ac:chgData name="Navadeeprelli6@outlook.com" userId="8119dc5de987c57c" providerId="LiveId" clId="{3502A90A-9CFD-4BB9-9A10-CF7B9FB55062}" dt="2026-03-06T09:31:36.199" v="4" actId="1076"/>
          <ac:spMkLst>
            <pc:docMk/>
            <pc:sldMk cId="100233062" sldId="264"/>
            <ac:spMk id="2" creationId="{BBA09C3A-2304-68B0-FBD1-02450767FD71}"/>
          </ac:spMkLst>
        </pc:spChg>
      </pc:sldChg>
      <pc:sldChg chg="modSp">
        <pc:chgData name="Navadeeprelli6@outlook.com" userId="8119dc5de987c57c" providerId="LiveId" clId="{3502A90A-9CFD-4BB9-9A10-CF7B9FB55062}" dt="2026-03-06T09:31:24.489" v="3"/>
        <pc:sldMkLst>
          <pc:docMk/>
          <pc:sldMk cId="1873019821" sldId="265"/>
        </pc:sldMkLst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1873019821" sldId="265"/>
            <ac:spMk id="2" creationId="{55E36217-E0CC-92D7-B03F-53221FE2C515}"/>
          </ac:spMkLst>
        </pc:spChg>
        <pc:spChg chg="mod">
          <ac:chgData name="Navadeeprelli6@outlook.com" userId="8119dc5de987c57c" providerId="LiveId" clId="{3502A90A-9CFD-4BB9-9A10-CF7B9FB55062}" dt="2026-03-06T09:31:24.489" v="3"/>
          <ac:spMkLst>
            <pc:docMk/>
            <pc:sldMk cId="1873019821" sldId="265"/>
            <ac:spMk id="3" creationId="{111969AE-34DA-C3A7-AF53-A72961A7FE5F}"/>
          </ac:spMkLst>
        </pc:spChg>
      </pc:sldChg>
      <pc:sldChg chg="new del">
        <pc:chgData name="Navadeeprelli6@outlook.com" userId="8119dc5de987c57c" providerId="LiveId" clId="{3502A90A-9CFD-4BB9-9A10-CF7B9FB55062}" dt="2026-03-06T09:31:12.765" v="2" actId="47"/>
        <pc:sldMkLst>
          <pc:docMk/>
          <pc:sldMk cId="393182407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9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2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6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33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9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3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0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867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08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64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5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3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4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3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Quantum Coin Toss Simulator Using Hadamard Gate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9C3A-2304-68B0-FBD1-02450767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23" y="2564384"/>
            <a:ext cx="6347713" cy="1729232"/>
          </a:xfrm>
        </p:spPr>
        <p:txBody>
          <a:bodyPr>
            <a:normAutofit fontScale="90000"/>
          </a:bodyPr>
          <a:lstStyle/>
          <a:p>
            <a:r>
              <a:rPr lang="en-US" dirty="0"/>
              <a:t>CONTRIBUTORS LIST</a:t>
            </a:r>
            <a:br>
              <a:rPr lang="en-US" dirty="0"/>
            </a:br>
            <a:r>
              <a:rPr lang="en-US" dirty="0"/>
              <a:t>                     	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R.Navadeep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T.Jayadeep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S.Sai</a:t>
            </a:r>
            <a:r>
              <a:rPr lang="en-US" dirty="0">
                <a:sym typeface="Wingdings" panose="05000000000000000000" pitchFamily="2" charset="2"/>
              </a:rPr>
              <a:t> Vaibhav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A.Samuel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P.Santhosh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B.Gagan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rohit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R.Aravind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N.Sri</a:t>
            </a:r>
            <a:r>
              <a:rPr lang="en-US" dirty="0">
                <a:sym typeface="Wingdings" panose="05000000000000000000" pitchFamily="2" charset="2"/>
              </a:rPr>
              <a:t> ram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G.Bhanu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A.Ganesh</a:t>
            </a:r>
            <a:endParaRPr lang="en-IN" dirty="0"/>
          </a:p>
        </p:txBody>
      </p:sp>
      <p:pic>
        <p:nvPicPr>
          <p:cNvPr id="5" name="Content Placeholder 4" descr="Boardroom with solid fill">
            <a:extLst>
              <a:ext uri="{FF2B5EF4-FFF2-40B4-BE49-F238E27FC236}">
                <a16:creationId xmlns:a16="http://schemas.microsoft.com/office/drawing/2014/main" id="{7E9FD31A-4831-621D-B54D-137D248A8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6606" y="1115568"/>
            <a:ext cx="914400" cy="658368"/>
          </a:xfrm>
        </p:spPr>
      </p:pic>
    </p:spTree>
    <p:extLst>
      <p:ext uri="{BB962C8B-B14F-4D97-AF65-F5344CB8AC3E}">
        <p14:creationId xmlns:p14="http://schemas.microsoft.com/office/powerpoint/2010/main" val="1002330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22222E-6 0 L -2.22222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Quantum computing uses qubits instead of classical bits</a:t>
            </a:r>
          </a:p>
          <a:p>
            <a:r>
              <a:t>• Qubits can exist in superposition</a:t>
            </a:r>
          </a:p>
          <a:p>
            <a:r>
              <a:t>• A quantum coin toss simulates randomness using quantum principles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Classical vs Quantum Coin Toss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Classical coin: Heads or Tails</a:t>
            </a:r>
          </a:p>
          <a:p>
            <a:r>
              <a:t>• Quantum coin: both states at the same time (superposition)</a:t>
            </a:r>
          </a:p>
          <a:p>
            <a:r>
              <a:t>• Measurement collapses the state to 0 or 1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Qubit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qubit can be |0⟩ or |1⟩</a:t>
            </a:r>
          </a:p>
          <a:p>
            <a:r>
              <a:t>• It can also be a combination of both states</a:t>
            </a:r>
          </a:p>
          <a:p>
            <a:r>
              <a:t>• Represented as: |ψ⟩ = α|0⟩ + β|1⟩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Hadamard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Hadamard gate creates superposition</a:t>
            </a:r>
          </a:p>
          <a:p>
            <a:r>
              <a:t>• It transforms |0⟩ → (|0⟩ + |1⟩)/√2</a:t>
            </a:r>
          </a:p>
          <a:p>
            <a:r>
              <a:t>• It transforms |1⟩ → (|0⟩ − |1⟩)/√2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Coin Toss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 with qubit in state |0⟩</a:t>
            </a:r>
          </a:p>
          <a:p>
            <a:r>
              <a:t>• Apply Hadamard Gate</a:t>
            </a:r>
          </a:p>
          <a:p>
            <a:r>
              <a:t>• Qubit enters superposition</a:t>
            </a:r>
          </a:p>
          <a:p>
            <a:r>
              <a:t>• Measure the qubit to get result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Measurement gives 0 or 1</a:t>
            </a:r>
          </a:p>
          <a:p>
            <a:r>
              <a:t>• Both outcomes have equal probability</a:t>
            </a:r>
          </a:p>
          <a:p>
            <a:r>
              <a:t>• This simulates a fair coin toss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Quantum coin toss uses superposition</a:t>
            </a:r>
          </a:p>
          <a:p>
            <a:r>
              <a:t>• Hadamard gate is key to creating randomness</a:t>
            </a:r>
          </a:p>
          <a:p>
            <a:r>
              <a:t>• Demonstrates basic quantum computing principles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6217-E0CC-92D7-B03F-53221FE2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YOU…………….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969AE-34DA-C3A7-AF53-A72961A7F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019821"/>
      </p:ext>
    </p:extLst>
  </p:cSld>
  <p:clrMapOvr>
    <a:masterClrMapping/>
  </p:clrMapOvr>
  <p:transition spd="slow">
    <p:comb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31</TotalTime>
  <Words>280</Words>
  <Application>Microsoft Office PowerPoint</Application>
  <PresentationFormat>On-screen Show (4:3)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Tw Cen MT</vt:lpstr>
      <vt:lpstr>Wingdings</vt:lpstr>
      <vt:lpstr>Circuit</vt:lpstr>
      <vt:lpstr>Title</vt:lpstr>
      <vt:lpstr>CONTRIBUTORS LIST                        R.Navadeep T.Jayadeep S.Sai Vaibhav A.Samuel P.Santhosh B.Gagan rohit R.Aravind N.Sri ram G.Bhanu A.Ganesh</vt:lpstr>
      <vt:lpstr>Introduction</vt:lpstr>
      <vt:lpstr>Classical vs Quantum Coin Toss</vt:lpstr>
      <vt:lpstr>Qubit Representation</vt:lpstr>
      <vt:lpstr>Hadamard Gate</vt:lpstr>
      <vt:lpstr>Quantum Coin Toss Process</vt:lpstr>
      <vt:lpstr>Result of Simulation</vt:lpstr>
      <vt:lpstr>Conclusion</vt:lpstr>
      <vt:lpstr>THANK YOU…………….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Navadeeprelli6@outlook.com</cp:lastModifiedBy>
  <cp:revision>2</cp:revision>
  <dcterms:created xsi:type="dcterms:W3CDTF">2013-01-27T09:14:16Z</dcterms:created>
  <dcterms:modified xsi:type="dcterms:W3CDTF">2026-03-06T09:40:13Z</dcterms:modified>
  <cp:category/>
</cp:coreProperties>
</file>